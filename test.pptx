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</p:sldIdLst>
</p:presentation>
</file>

<file path=ppt/_rels/presentation.xml.rels><Relationships xmlns="http://schemas.openxmlformats.org/package/2006/relationships">
<Relationship Id="rId2" Type="http://schemas.openxmlformats.org/officeDocument/2006/relationships/slide" Target="slides/slide10.xml"/>
<Relationship Id="rId3" Type="http://schemas.openxmlformats.org/officeDocument/2006/relationships/slide" Target="slides/slide2.xml"/>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Slide 1 notes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Slide 2 notes</a:t>
            </a:r>
          </a:p>
        </p:txBody>
      </p:sp>
    </p:spTree>
  </p:cSld>
</p:notes>
</file>

<file path=ppt/slides/_rels/slide2.xml.rels><Relationships xmlns="http://schemas.openxmlformats.org/package/2006/relationships">
<Relationship Id="rId2" Type="http://schemas.openxmlformats.org/officeDocument/2006/relationships/notesSlide" Target="../notesSlides/notesSlide2.xml"/>
</Relationships>
</file>

<file path=ppt/slides/_rels/slide10.xml.rels><Relationships xmlns="http://schemas.openxmlformats.org/package/2006/relationships">
<Relationship Id="rId2" Type="http://schemas.openxmlformats.org/officeDocument/2006/relationships/notesSlide" Target="../notesSlides/notesSlide1.xml"/>
</Relationships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 text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 text</a:t>
            </a:r>
          </a:p>
        </p:txBody>
      </p:sp>
    </p:spTree>
  </p:cSld>
</p:sld>
</file>